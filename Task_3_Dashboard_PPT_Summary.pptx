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Internship – Task 3 | Power BI Dashboard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Provide business stakeholders with a clear view of sales, profit and growth performance.</a:t>
            </a:r>
          </a:p>
          <a:p>
            <a:pPr>
              <a:defRPr sz="2000"/>
            </a:pPr>
            <a:r>
              <a:t>Enable interactive analysis using date, category, state, payment mode and other filters.</a:t>
            </a:r>
          </a:p>
          <a:p>
            <a:pPr>
              <a:defRPr sz="2000"/>
            </a:pPr>
            <a:r>
              <a:t>Highlight trends and areas that may require management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Design Preview</a:t>
            </a:r>
          </a:p>
        </p:txBody>
      </p:sp>
      <p:pic>
        <p:nvPicPr>
          <p:cNvPr id="3" name="Picture 2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6461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Total sales in the dataset are $6,182,639, with total profit of $1,610,697.</a:t>
            </a:r>
          </a:p>
          <a:p>
            <a:pPr>
              <a:defRPr sz="2000"/>
            </a:pPr>
            <a:r>
              <a:t>Overall profit margin is approximately 26.1%.</a:t>
            </a:r>
          </a:p>
          <a:p>
            <a:pPr>
              <a:defRPr sz="2000"/>
            </a:pPr>
            <a:r>
              <a:t>The dataset contains 547 unique orders and 12,745 units/items.</a:t>
            </a:r>
          </a:p>
          <a:p>
            <a:pPr>
              <a:defRPr sz="2000"/>
            </a:pPr>
            <a:r>
              <a:t>Office Supplies is the highest-sales category based on the supplied data.</a:t>
            </a:r>
          </a:p>
          <a:p>
            <a:pPr>
              <a:defRPr sz="2000"/>
            </a:pPr>
            <a:r>
              <a:t>New York is the highest-sales state based on the supplied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Power BI Visuals &amp;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KPI Cards: Total Sales, Total Profit, Profit Margin %, Quantity and Unique Orders.</a:t>
            </a:r>
          </a:p>
          <a:p>
            <a:pPr>
              <a:defRPr sz="2000"/>
            </a:pPr>
            <a:r>
              <a:t>Line chart: Monthly Sales and Profit trend.</a:t>
            </a:r>
          </a:p>
          <a:p>
            <a:pPr>
              <a:defRPr sz="2000"/>
            </a:pPr>
            <a:r>
              <a:t>Bar chart: Sales by Category and Sub-Category.</a:t>
            </a:r>
          </a:p>
          <a:p>
            <a:pPr>
              <a:defRPr sz="2000"/>
            </a:pPr>
            <a:r>
              <a:t>Map or bar chart: Sales and Profit by State/City.</a:t>
            </a:r>
          </a:p>
          <a:p>
            <a:pPr>
              <a:defRPr sz="2000"/>
            </a:pPr>
            <a:r>
              <a:t>Donut/bar chart: Sales by Payment Mode.</a:t>
            </a:r>
          </a:p>
          <a:p>
            <a:pPr>
              <a:defRPr sz="2000"/>
            </a:pPr>
            <a:r>
              <a:t>Slicers: Year, Month, Category, Sub-Category, State, City and Payment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dashboard is designed to support fast business decision-making.</a:t>
            </a:r>
          </a:p>
          <a:p>
            <a:pPr>
              <a:defRPr sz="2000"/>
            </a:pPr>
            <a:r>
              <a:t>Interactive filters allow stakeholders to drill from overall performance into products, locations and time periods.</a:t>
            </a:r>
          </a:p>
          <a:p>
            <a:pPr>
              <a:defRPr sz="2000"/>
            </a:pPr>
            <a:r>
              <a:t>The Power BI-ready workbook contains the cleaned dataset and supporting summary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